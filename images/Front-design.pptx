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667E"/>
    <a:srgbClr val="0277BC"/>
    <a:srgbClr val="B028C2"/>
    <a:srgbClr val="FEC008"/>
    <a:srgbClr val="F5C008"/>
    <a:srgbClr val="0177BC"/>
    <a:srgbClr val="7A5D00"/>
    <a:srgbClr val="F2D89B"/>
    <a:srgbClr val="F2F2F2"/>
    <a:srgbClr val="FFF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3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73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5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0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2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6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1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7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9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99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68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37826-251B-4A88-B5F1-14358E59E079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9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04900" y="750627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Logo-</a:t>
            </a:r>
            <a:r>
              <a:rPr lang="zh-CN" altLang="en-US" dirty="0" smtClean="0"/>
              <a:t>矩形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1695450" y="4800600"/>
            <a:ext cx="114300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104900" y="1726296"/>
            <a:ext cx="1080000" cy="1080000"/>
          </a:xfrm>
          <a:prstGeom prst="rect">
            <a:avLst/>
          </a:prstGeom>
          <a:solidFill>
            <a:srgbClr val="0C66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800" b="1" spc="3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</a:t>
            </a:r>
            <a:endParaRPr lang="zh-CN" altLang="en-US" sz="4000" b="1" spc="3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421" y="1726296"/>
            <a:ext cx="2127688" cy="23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4526</TotalTime>
  <Words>3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Arial Black</vt:lpstr>
      <vt:lpstr>Office 主题​​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 Lian</dc:creator>
  <cp:lastModifiedBy>YJ Lian</cp:lastModifiedBy>
  <cp:revision>185</cp:revision>
  <dcterms:created xsi:type="dcterms:W3CDTF">2025-01-27T15:53:19Z</dcterms:created>
  <dcterms:modified xsi:type="dcterms:W3CDTF">2026-07-11T16:29:00Z</dcterms:modified>
</cp:coreProperties>
</file>