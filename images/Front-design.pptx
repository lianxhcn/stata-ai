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2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28C2"/>
    <a:srgbClr val="FEC008"/>
    <a:srgbClr val="F5C008"/>
    <a:srgbClr val="0277BC"/>
    <a:srgbClr val="0177BC"/>
    <a:srgbClr val="7A5D00"/>
    <a:srgbClr val="F2D89B"/>
    <a:srgbClr val="F2F2F2"/>
    <a:srgbClr val="FFFE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53" y="4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0732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5851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0205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072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0426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2961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6016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7678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4192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29908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37826-251B-4A88-B5F1-14358E59E079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6680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A37826-251B-4A88-B5F1-14358E59E079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0FFB5C-0F5F-4A92-9CF1-67880A8235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4930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579120" y="457201"/>
            <a:ext cx="3888105" cy="4933949"/>
          </a:xfrm>
          <a:prstGeom prst="rect">
            <a:avLst/>
          </a:prstGeom>
          <a:gradFill>
            <a:gsLst>
              <a:gs pos="21000">
                <a:schemeClr val="bg1"/>
              </a:gs>
              <a:gs pos="97000">
                <a:srgbClr val="FFFF00"/>
              </a:gs>
            </a:gsLst>
            <a:lin ang="5400000" scaled="1"/>
          </a:gradFill>
          <a:ln w="19050" cap="sq" cmpd="thickThin">
            <a:solidFill>
              <a:schemeClr val="accent5">
                <a:lumMod val="50000"/>
                <a:alpha val="49000"/>
              </a:schemeClr>
            </a:solidFill>
            <a:miter lim="800000"/>
          </a:ln>
          <a:effectLst>
            <a:outerShdw blurRad="50800" dist="38100" dir="4800000" sx="101000" sy="101000" algn="tl" rotWithShape="0">
              <a:schemeClr val="accent5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22935" y="2522479"/>
            <a:ext cx="3844290" cy="830997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algn="ctr"/>
            <a:r>
              <a:rPr lang="en-US" altLang="zh-CN" sz="2000" b="1" kern="0" spc="300" dirty="0" smtClean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Empirical Research</a:t>
            </a:r>
          </a:p>
          <a:p>
            <a:pPr algn="ctr"/>
            <a:r>
              <a:rPr lang="en-US" altLang="zh-CN" sz="2000" b="1" kern="0" spc="300" dirty="0" smtClean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with</a:t>
            </a:r>
            <a:r>
              <a:rPr lang="en-US" altLang="zh-CN" sz="2000" b="1" kern="0" spc="300" dirty="0" smtClean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800" b="1" kern="0" spc="300" dirty="0" smtClean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79120" y="457201"/>
            <a:ext cx="3888105" cy="369332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575070" y="5021818"/>
            <a:ext cx="3892155" cy="369332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1884311" y="5050821"/>
            <a:ext cx="130805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1400" dirty="0" smtClean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www.lianxh.cn</a:t>
            </a:r>
            <a:endParaRPr lang="zh-CN" altLang="en-US" sz="140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2745" y="745113"/>
            <a:ext cx="2179063" cy="145270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6245" y="457201"/>
            <a:ext cx="4054191" cy="510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2342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04900" y="750627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Logo-</a:t>
            </a:r>
            <a:r>
              <a:rPr lang="zh-CN" altLang="en-US" dirty="0" smtClean="0"/>
              <a:t>矩形</a:t>
            </a:r>
            <a:endParaRPr lang="zh-CN" altLang="en-US" dirty="0"/>
          </a:p>
        </p:txBody>
      </p:sp>
      <p:sp>
        <p:nvSpPr>
          <p:cNvPr id="8" name="椭圆 7"/>
          <p:cNvSpPr/>
          <p:nvPr/>
        </p:nvSpPr>
        <p:spPr>
          <a:xfrm>
            <a:off x="1695450" y="4800600"/>
            <a:ext cx="114300" cy="1143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>
            <a:spLocks noChangeAspect="1"/>
          </p:cNvSpPr>
          <p:nvPr/>
        </p:nvSpPr>
        <p:spPr>
          <a:xfrm>
            <a:off x="1104900" y="1726296"/>
            <a:ext cx="1080000" cy="1080000"/>
          </a:xfrm>
          <a:prstGeom prst="rect">
            <a:avLst/>
          </a:prstGeom>
          <a:solidFill>
            <a:srgbClr val="B028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8800" b="1" spc="3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L</a:t>
            </a:r>
            <a:endParaRPr lang="zh-CN" altLang="en-US" sz="4000" b="1" spc="3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2156" y="2252370"/>
            <a:ext cx="2127688" cy="235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817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4134</TotalTime>
  <Words>8</Words>
  <Application>Microsoft Office PowerPoint</Application>
  <PresentationFormat>宽屏</PresentationFormat>
  <Paragraphs>5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等线</vt:lpstr>
      <vt:lpstr>等线 Light</vt:lpstr>
      <vt:lpstr>微软雅黑</vt:lpstr>
      <vt:lpstr>微软雅黑 Light</vt:lpstr>
      <vt:lpstr>Arial</vt:lpstr>
      <vt:lpstr>Arial Black</vt:lpstr>
      <vt:lpstr>Office 主题​​</vt:lpstr>
      <vt:lpstr>PowerPoint 演示文稿</vt:lpstr>
      <vt:lpstr>PowerPoint 演示文稿</vt:lpstr>
    </vt:vector>
  </TitlesOfParts>
  <Company>P R 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YJ Lian</dc:creator>
  <cp:lastModifiedBy>YJ Lian</cp:lastModifiedBy>
  <cp:revision>182</cp:revision>
  <dcterms:created xsi:type="dcterms:W3CDTF">2025-01-27T15:53:19Z</dcterms:created>
  <dcterms:modified xsi:type="dcterms:W3CDTF">2026-05-19T02:56:47Z</dcterms:modified>
</cp:coreProperties>
</file>